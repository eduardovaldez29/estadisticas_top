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A5B15-33C8-47AF-AA97-A34DAF6C3C6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0A60B1-3C44-495C-BD7D-56B01FADB0E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9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n-US" sz="20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5795" y="8610600"/>
            <a:ext cx="1914006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7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914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2318" y="2722676"/>
            <a:ext cx="8396023" cy="125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944"/>
              </a:lnSpc>
            </a:pPr>
            <a:r>
              <a:rPr lang="en-US" sz="3944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Aplicacion</a:t>
            </a:r>
            <a:r>
              <a:rPr lang="en-US" sz="3944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3944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sobre</a:t>
            </a:r>
            <a:r>
              <a:rPr lang="en-US" sz="3944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3944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Reportes</a:t>
            </a:r>
            <a:r>
              <a:rPr lang="en-US" sz="3944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y </a:t>
            </a:r>
            <a:r>
              <a:rPr lang="en-US" sz="3944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Estadisticas</a:t>
            </a:r>
            <a:r>
              <a:rPr lang="en-US" sz="3944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del INEGI con </a:t>
            </a:r>
            <a:r>
              <a:rPr lang="en-US" sz="3944" dirty="0" err="1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graficas</a:t>
            </a:r>
            <a:endParaRPr lang="en-US" sz="3944" dirty="0"/>
          </a:p>
        </p:txBody>
      </p:sp>
      <p:sp>
        <p:nvSpPr>
          <p:cNvPr id="5" name="Text 2"/>
          <p:cNvSpPr/>
          <p:nvPr/>
        </p:nvSpPr>
        <p:spPr>
          <a:xfrm>
            <a:off x="6962318" y="4370387"/>
            <a:ext cx="8396023" cy="403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67"/>
              </a:lnSpc>
            </a:pPr>
            <a:r>
              <a:rPr lang="en-US" sz="1944" b="1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Curso</a:t>
            </a:r>
            <a:r>
              <a:rPr lang="en-US" sz="1944" b="1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1944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&gt;</a:t>
            </a:r>
            <a:r>
              <a:rPr lang="en-US" sz="1944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Topicos</a:t>
            </a:r>
            <a:r>
              <a:rPr lang="en-US" sz="1944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944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Avanzados</a:t>
            </a:r>
            <a:r>
              <a:rPr lang="en-US" sz="1944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944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Programacion</a:t>
            </a:r>
            <a:endParaRPr lang="en-US" sz="1944" dirty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3471CEA-DDCF-70A9-D6C1-1D8B61787AA9}"/>
              </a:ext>
            </a:extLst>
          </p:cNvPr>
          <p:cNvSpPr/>
          <p:nvPr/>
        </p:nvSpPr>
        <p:spPr>
          <a:xfrm>
            <a:off x="14172557" y="8500962"/>
            <a:ext cx="2083443" cy="643038"/>
          </a:xfrm>
          <a:prstGeom prst="round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</Words>
  <Application>Microsoft Office PowerPoint</Application>
  <PresentationFormat>Personalizado</PresentationFormat>
  <Paragraphs>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MuseoModerno Medium</vt:lpstr>
      <vt:lpstr>Source Sans 3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Julio César Alonso Delgado</dc:creator>
  <cp:lastModifiedBy>Alumno:JULIO CESAR ALONSO DELGADO</cp:lastModifiedBy>
  <cp:revision>2</cp:revision>
  <dcterms:created xsi:type="dcterms:W3CDTF">2006-08-16T00:00:00Z</dcterms:created>
  <dcterms:modified xsi:type="dcterms:W3CDTF">2026-03-20T08:12:14Z</dcterms:modified>
</cp:coreProperties>
</file>